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Hear &amp; Act — Who Are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FFC24D"/>
                </a:solidFill>
              </a:rPr>
              <a:t>Team Hear &amp; Act</a:t>
            </a:r>
          </a:p>
          <a:p>
            <a:pPr>
              <a:spcAft>
                <a:spcPts val="1000"/>
              </a:spcAft>
            </a:pPr>
            <a:r>
              <a:rPr sz="2600" b="0">
                <a:solidFill>
                  <a:srgbClr val="FFFFFF"/>
                </a:solidFill>
              </a:rPr>
              <a:t>Claudio Olmedo — Founder, One Dollar Computer.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FFFFFF"/>
                </a:solidFill>
              </a:rPr>
              <a:t>Hardware/software builder. 12 years building accessible computing and physical AI.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FFFFFF"/>
                </a:solidFill>
              </a:rPr>
              <a:t>Built a working voice agent at the AssemblyAI hardware workshop, and REM PhysicalAI — an offline physical-AI system — at the ExecuTorch Hackathon.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9C9C9"/>
                </a:solidFill>
              </a:rPr>
              <a:t>claudio@claudioolmedo.com · linkedin.com/in/claudioolmedo-com · github.com/claudioolmedo/hear-and-act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What Are You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800" b="1">
                <a:solidFill>
                  <a:srgbClr val="FFFFFF"/>
                </a:solidFill>
              </a:rPr>
              <a:t>Voice agents can talk — but they can't do anything in the real world.</a:t>
            </a:r>
          </a:p>
          <a:p>
            <a:pPr>
              <a:spcAft>
                <a:spcPts val="1600"/>
              </a:spcAft>
            </a:pPr>
            <a:r>
              <a:rPr sz="2500" b="0">
                <a:solidFill>
                  <a:srgbClr val="FFFFFF"/>
                </a:solidFill>
              </a:rPr>
              <a:t>Hear &amp; Act is an open-source Alexa you can build and teach: it hears a command, holds a real conversation, understands the intent — and acts physically, driving a servo device live.</a:t>
            </a:r>
          </a:p>
          <a:p>
            <a:pPr>
              <a:spcAft>
                <a:spcPts val="1600"/>
              </a:spcAft>
            </a:pPr>
            <a:r>
              <a:rPr sz="2300" b="0">
                <a:solidFill>
                  <a:srgbClr val="FFC24D"/>
                </a:solidFill>
              </a:rPr>
              <a:t>Built with the sponsors: AssemblyAI (voice agent) · Keenable (live web knowledge) · Nebius Token Factory (inference).</a:t>
            </a:r>
          </a:p>
          <a:p>
            <a:pPr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</a:rPr>
              <a:t>Modalities: voice in → understanding + reasoning → voice out → physical actuation.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9C9C9"/>
                </a:solidFill>
              </a:rPr>
              <a:t>Demo video (max 2 min) goes here · Repo: github.com/claudioolmedo/hear-and-act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Why This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800" b="1">
                <a:solidFill>
                  <a:srgbClr val="FFFFFF"/>
                </a:solidFill>
              </a:rPr>
              <a:t>We build physical AI for a living.</a:t>
            </a:r>
          </a:p>
          <a:p>
            <a:pPr>
              <a:spcAft>
                <a:spcPts val="1600"/>
              </a:spcAft>
            </a:pPr>
            <a:r>
              <a:rPr sz="2500" b="0">
                <a:solidFill>
                  <a:srgbClr val="FFFFFF"/>
                </a:solidFill>
              </a:rPr>
              <a:t>12 years creating the One Dollar Computer — a $1 computer bringing computing and robotics into homes.</a:t>
            </a:r>
          </a:p>
          <a:p>
            <a:pPr>
              <a:spcAft>
                <a:spcPts val="1600"/>
              </a:spcAft>
            </a:pPr>
            <a:r>
              <a:rPr sz="2500" b="0">
                <a:solidFill>
                  <a:srgbClr val="FFFFFF"/>
                </a:solidFill>
              </a:rPr>
              <a:t>The voice stack is already proven: the agent architecture ran live at AssemblyAI's own hardware workshop (Oct 7). Today we connected it to action.</a:t>
            </a:r>
          </a:p>
          <a:p>
            <a:pPr>
              <a:spcAft>
                <a:spcPts val="0"/>
              </a:spcAft>
            </a:pPr>
            <a:r>
              <a:rPr sz="2800" b="1">
                <a:solidFill>
                  <a:srgbClr val="FFC24D"/>
                </a:solidFill>
              </a:rPr>
              <a:t>Hear. Understand. 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